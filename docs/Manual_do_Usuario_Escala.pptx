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Manual do Usuário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CCCCCC"/>
                </a:solidFill>
              </a:rPr>
              <a:t>Sistema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AAAAAA"/>
                </a:solidFill>
              </a:rPr>
              <a:t>Gestão de voluntários, ministérios, eventos e escalas de serviço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O que é o sistema Escala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Perfis de usuário: Voluntário e Administrador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Login e cadastro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Área do Voluntário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Área do Administrador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Notificações via WhatsApp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Perguntas frequentes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 que é o sistema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Organiza a escala de voluntários de uma igreja/organização.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Permite cadastrar ministérios (equipes de serviço).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Permite cadastrar eventos (cultos, reuniões) com necessidades de voluntários por ministério.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Gera escalas automaticamente, respeitando indisponibilidades cadastradas.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Notifica voluntários via WhatsApp e recebe a confirmação/recusa deles.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Perfis de Usuário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Voluntário x Administrador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441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Voluntário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Administrador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Tela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Minha Escala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Escala (admin)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Minha Escala, Indisponibilidade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Escala, Eventos, Voluntários, Ministérios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Autocadastro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Sim (tela de Registro)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Não; criado por um administrador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Gera escalas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Não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Sim, manual ou automática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Responde escala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Confirma/recusa a própria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A1A1A"/>
                          </a:solidFill>
                        </a:defRPr>
                      </a:pPr>
                      <a:r>
                        <a:t>Pode confirmar/recusar de qualquer 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Login e Cadastro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Tela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Disponível em /login.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Campos: E-mail e Senha.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Clique em "Entrar" para acessar o sistema.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Administradores são levados à tela de Escala; voluntários, à tela Minha Escala.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Link "Cadastre-se como voluntário" leva à tela de Registro.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Cadastro de Novo Voluntário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Disponível em /registrar, para autoatendimento de novos voluntários.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Campos: Nome completo, E-mail, Telefone/WhatsApp, Senha e Ministérios de interesse.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Após cadastrar, o login é feito automaticamente.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Todo cadastro feito aqui cria um usuário do tipo Voluntário.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Área do Voluntário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Minha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Lista as escalas (atribuições) futuras do voluntário logado.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Colunas: Evento, Data, Ministério, Status e Ações.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Status: Pendente, Confirmado ou Recusado.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Para escalas pendentes: botões "Confirmar" e "Não posso".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Indisponibilidade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Permite informar datas em que o voluntário não poderá servir.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Campos: Data (obrigatório) e Motivo (opcional).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Clique em "Adicionar" para cadastrar.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A lista abaixo permite "Remover" qualquer indisponibilidade cadastrada.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Datas indisponíveis não são usadas na geração automática de escala.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Área do Administrador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Ministérios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Cadastro das equipes de serviço (ex.: Louvor, Recepção, Mídia).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Formulário simples: nome do ministério + botão "Adicionar".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Botão "Remover" exclui o ministério (após confirmação).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Voluntários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Cadastro de novos voluntários pelo administrador.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Campos: Nome, E-mail, Telefone, Senha provisória e Ministérios.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Gestão dos voluntários existentes: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"Editar ministérios" — altera os ministérios do voluntário.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"Ativar/Desativar" — controla se ele participa da geração de escala.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"Remover" — exclui o voluntário.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Eventos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Cadastro de cultos/reuniões com necessidades de voluntários.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Campos: Nome do evento e Data/Hora.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Necessidades: selecionar Ministério + quantidade de vagas (pode adicionar várias).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Botão "Criar evento" salva o evento com suas necessidades.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Botão "Remover" exclui o evento e sua escala associada.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Escala — Geração Automática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Tela principal do administrador, em /admin/escala.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"Gerar escala automática (próximos 30 dias)" — distribui voluntários em todos os eventos do período.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"Gerar/completar escala deste evento" — preenche as vagas em falta de um evento específico.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A geração respeita as indisponibilidades cadastradas pelos voluntários.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Cada voluntário escalado recebe uma notificação automática via WhatsApp.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Escala — Gestão das Atribuições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Para cada escala gerada, é possível: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Reatribuir o voluntário (lista suspensa com voluntários elegíveis).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"Confirmar" / "Recusar" manualmente.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"Reenviar notificação" via WhatsApp.</a:t>
            </a:r>
          </a:p>
          <a:p>
            <a:pPr lvl="1"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– "Remover" a atribuição.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O selo "Notificado" mostra se e quando a mensagem foi enviada.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Notificações via WhatsApp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Como funcionam as notificações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Ao ser escalado, o voluntário recebe uma mensagem com ministério, evento e data.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Basta responder "SIM" para confirmar ou "NAO" para recusar, direto pelo WhatsApp.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Os envios em lote são feitos de forma sequencial, com um intervalo entre cada mensagem.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Isso reduz o risco de bloqueio do número ao notificar muitos voluntários de uma vez.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• O status do envio pode ser consultado na coluna "Notificado" da tela de Escala.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Perguntas Frequentes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Não recebi a notificação: verifique seu telefone cadastrado e peça reenvio ao administrador.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Não posso em uma data: cadastre-a em Indisponibilidade antes da geração da escala.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Confirmei mas não poderei mais ir: avise o administrador para reatribuir a vaga.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Esqueci minha senha: solicite a um administrador a atualização do seu acesso.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</a:rPr>
              <a:t>• Posso servir em mais de um ministério: sim, é possível selecionar vários.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CCCCC"/>
                </a:solidFill>
              </a:rPr>
              <a:t>Sistema Escala — Manual do Usuário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